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5156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研究背景与核心问题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54864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HC–EC · 空间导航 · tTIS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" cy="416052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28346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700" b="1">
                <a:solidFill>
                  <a:srgbClr val="263444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834640" cy="274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0">
                <a:solidFill>
                  <a:srgbClr val="5F7082"/>
                </a:solidFill>
                <a:latin typeface="Microsoft YaHei"/>
              </a:defRPr>
            </a:pPr>
            <a:r>
              <a:t>海马与内嗅皮层共同支持空间记忆和导航。</a:t>
            </a:r>
            <a:br/>
            <a:br/>
            <a:r>
              <a:t>网格细胞样表征（GCLR）的六重方向对称，被视为人类空间编码的非侵入性指标。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109728" cy="416052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00784"/>
            <a:ext cx="28346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700" b="1">
                <a:solidFill>
                  <a:srgbClr val="263444"/>
                </a:solidFill>
                <a:latin typeface="Microsoft YaHei"/>
              </a:defRPr>
            </a:pPr>
            <a:r>
              <a:t>关键瓶颈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31720"/>
            <a:ext cx="2834640" cy="274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0">
                <a:solidFill>
                  <a:srgbClr val="5F7082"/>
                </a:solidFill>
                <a:latin typeface="Microsoft YaHei"/>
              </a:defRPr>
            </a:pPr>
            <a:r>
              <a:t>传统 TMS / tES 难以精准到达海马等深部结构；提高强度又会同时刺激浅层皮层。</a:t>
            </a:r>
            <a:br/>
            <a:br/>
            <a:r>
              <a:t>因此，HC–EC 对人类空间导航的因果作用仍不明确。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109728" cy="416052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00784"/>
            <a:ext cx="28346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700" b="1">
                <a:solidFill>
                  <a:srgbClr val="263444"/>
                </a:solidFill>
                <a:latin typeface="Microsoft YaHei"/>
              </a:defRPr>
            </a:pPr>
            <a:r>
              <a:t>本文问题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31720"/>
            <a:ext cx="2834640" cy="274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0">
                <a:solidFill>
                  <a:srgbClr val="5F7082"/>
                </a:solidFill>
                <a:latin typeface="Microsoft YaHei"/>
              </a:defRPr>
            </a:pPr>
            <a:r>
              <a:t>tTIS 能否选择性调节右侧 HC–EC？</a:t>
            </a:r>
            <a:br/>
            <a:br/>
            <a:r>
              <a:t>iTBS 与 cTBS 是否会产生不同的行为和神经表征效应？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142B4B"/>
                </a:solidFill>
                <a:latin typeface="Microsoft YaHei"/>
              </a:defRPr>
            </a:pPr>
            <a:r>
              <a:t>核心假设：若 HC–EC 具有因果作用，tTIS 应同时改变空间导航表现、海马活动与 GCLR。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