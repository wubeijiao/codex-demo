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D5578"/>
                </a:solidFill>
                <a:latin typeface="Microsoft YaHei"/>
              </a:defRPr>
            </a:pPr>
            <a:r>
              <a:t>可爱的小猫</a:t>
            </a:r>
          </a:p>
        </p:txBody>
      </p:sp>
      <p:pic>
        <p:nvPicPr>
          <p:cNvPr id="3" name="Picture 2" descr="exec-070f390b-f5e1-4101-9c4b-63bf90fe8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143000"/>
            <a:ext cx="521208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8296"/>
                </a:solidFill>
                <a:latin typeface="Aptos"/>
              </a:defRPr>
            </a:pPr>
            <a:r>
              <a:t>Cute Kitten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